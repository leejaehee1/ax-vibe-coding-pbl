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맑은 고딕"/>
              </a:defRPr>
            </a:pPr>
            <a:r>
              <a:t>DAY 3 · 2026. 11. 13 (금) 13:00–17:00 (4H)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개인별 MVP 성과 발표 · 전문가 피드백 및 AX 확산 Wrap-up</a:t>
            </a:r>
          </a:p>
          <a:p>
            <a:pPr>
              <a:spcBef>
                <a:spcPts val="1600"/>
              </a:spcBef>
              <a:defRPr sz="1800">
                <a:solidFill>
                  <a:srgbClr val="CBD5E1"/>
                </a:solidFill>
                <a:latin typeface="맑은 고딕"/>
              </a:defRPr>
            </a:pPr>
            <a:r>
              <a:t>최종 실행 점검 → 20인 20색 라이브 MVP 시연 → 전문가 피드백 → 현업 적용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발표 인원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AX 핵심인재 20명 전원</a:t>
            </a:r>
            <a:br/>
            <a:r>
              <a:t>1인 1과제 MVP 시연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발표 시간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인당 총 8분</a:t>
            </a:r>
            <a:br/>
            <a:r>
              <a:t>(시연 5분 + 피드백 3분)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핵심 평가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문제정의·핵심기능·사용성</a:t>
            </a:r>
            <a:br/>
            <a:r>
              <a:t>활용효과·확장성 (100점)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최종 목표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내 부서에 즉시 도입 가능한</a:t>
            </a:r>
            <a:br/>
            <a:r>
              <a:t>실전 AX 도구 확보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DAY 3 타임테이블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오늘의 발표 및 Wrap-up 일정 (13:00 ~ 17:00)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20명의 현업 과제가 실제 작동하는 도구로 탄생하는 시간입니다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662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세션명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세부 진행 내용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13:00–13:30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1. 최종 실행 점검 및 리허설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브라우저 실행 상태, 데모용 CSV 파일, 화면 배율(100~125%) 최종 점검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강사 순회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13:30–14:00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2. 설득력 있는 MVP 시연법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문제-해결-효과 중심 발표 핵심 팁 및 상호 학습 평가 안내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미니 강의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14:00–15:20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3. 개인별 성과 발표 (Part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1번 ~ 10번 교육생 라이브 시연 발표 및 전문가 피드백 (10명 × 8분)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1~3조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15:20–15:30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휴식 (Break)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휴식 및 심사 점수 중간 집계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10분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15:30–16:40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4. 개인별 성과 발표 (Part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11번 ~ 20번 교육생 라이브 시연 발표 및 전문가 피드백 (10명 × 7~8분)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3~5조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16:40–17:00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5. 시상 · 총평 및 현업 적용 회고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우수 프로젝트 선정, 보안·IT 협업 기반 현업 확산 로드맵 및 과정 회고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Wrap-up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3 (11/13 금) 성과 발표 및 현업 적용 Wrap-up  |  Slide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심사 및 피드백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MVP 프로젝트 평가 기준표 (100점 만점)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겉모습만 화려한 화면보다 '실제 현업 문제를 해결하는 견고한 동작'을 가장 높게 평가합니다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 영역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평가 질문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만점 포인트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1. 업무 문제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20점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해결하려는 현업의 페인포인트가 명확하고 구체적인가?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기존 소요 시간과 문제점이 선명하게 정의됨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2. 핵심 기능 구현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35점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정의한 핵심 기능 1~2개가 실제로 오류 없이 동작하는가?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샘플 데이터 업로드부터 계산·차트·출력까지 완벽 작동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3. 사용성과 완성도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20점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비개발자 동료가 봐도 직관적이며 예외 처리가 되어 있는가?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신호등 강조, 깔끔한 레이아웃, 에러 없는 안정성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4. 업무 활용 효과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현업 도입 시 시간 절감 및 휴먼 에러 감소 효과가 큰가?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정량적 기대 효과(예: 월 5시간→10분)가 설득력 있음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5. 발표 및 확장성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10점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문제-시연-효과가 명확하며 향후 확산 계획이 구체적인가?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5분 타임박스 준수 및 현실적인 현업 정착 로드맵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3 (11/13 금) 성과 발표 및 현업 적용 Wrap-up  |  Slide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2 · 시연 노하우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발표 직전 최종 점검! 5분 라이브 시연을 빛내는 4가지 디테일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발표자 여러분이 지난 2주간 만든 도구의 가치를 100% 전달하는 방법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1. 브라우저 확대 배율 110~125% 세팅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프로젝터 화면에서는 작은 표 글씨가 잘 보이지 않을 수 있음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`Ctrl` + `+` 키로 화면을 110~125%로 키워 숫자 가독성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19" y="137160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7" y="153619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2. '비포(Before) 엑셀'과 '애프터(After) MVP' 대비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시연 시작 때 원본 샘플 CSV를 잠깐 보여준 뒤 업로드하면 임팩트 배가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"이 복잡하던 50줄짜리 표가 업로드 1초 만에 이렇게 요약됩니다"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791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3. 코드 설명은 과감히 생략, 업무 언어에 집중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HTML이나 자바스크립트 문법을 설명할 필요는 전혀 없음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"우리 팀이 매달 겪던 예산 초과 누락 문제를 이 빨간 배지가 막아줍니다"로 설명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370332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386791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4. 동료의 발표에서 내 부서에 가져갈 아이디어 메모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타 직무(기획·재무·마케팅·영업) 동료가 만든 필터·요약 방식을 벤치마킹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교육 종료 후 전체 우수 MVP 템플릿을 서로 공유하여 활용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자신감 있게 시연하세요! 비개발자가 직접 동작하는 업무 도구를 만들었다는 것 자체가 놀라운 AX 혁신입니다.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3 (11/13 금) 성과 발표 및 현업 적용 Wrap-up  |  Slide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5 · 현업 적용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교육장을 나서며: 내 MVP를 부서 표준 업무 도구로 정착시키는 3단계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오늘 완성한 프로토타입을 일회성 실습으로 끝내지 않고 실제 현업 성과로 연결하는 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Stage 1. 개인 업무 즉시 투입 (1~2주 차)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사내 PC 로컬 폴더에 `index.html`을 두고 이번 달 마감/집계 업무에 실제 활용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실제 현업 엑셀의 컬럼 순서와 예외 케이스(결측치, 특수문자)를 반영해 미세 튜닝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기존 수작업 결과와 MVP 계산 결과를 교차 검산하여 신뢰도 100%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Stage 2. 팀 내 공유 및 표준 양식화 (1개월 차)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팀 주간회의에서 3분 시연 후 팀원들에게 로컬 파일 패키지 배포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부서 내 파편화된 엑셀 취합 양식을 MVP 입력 표준 CSV 템플릿으로 통일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팀원들의 피드백을 받아 Claude Code로 편의 기능 1~2개 추가 업데이트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884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Stage 3. IT/보안 부서 협업 전사 시스템화 (3개월 차~)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팀 단위 사용 효과(월 절감 시간) 데이터를 근거로 IT/DX 부서에 정식 고도화 요청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화면과 비즈니스 로직이 이미 작동하는 MVP가 있으므로 개발 기간·비용 대폭 단축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사내 인트라넷 배포, SSO 인증 및 ERP DB 자동 연동으로 확장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AX 핵심인재의 진짜 역할은 '직접 모든 시스템을 구축하는 것'이 아니라 '작동하는 MVP로 문제를 정의하고 조직을 움직이는 것'입니다.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3 (11/13 금) 성과 발표 및 현업 적용 Wrap-up  |  Slide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